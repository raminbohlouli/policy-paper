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507179-51C0-4942-B6F7-0AE9953D9F29}" v="6" dt="2026-03-19T16:58:04.5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9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min Bohlouli" userId="86819e51-b8c4-4dbc-afac-0f7899c0dac4" providerId="ADAL" clId="{0000C48B-3E8B-480A-AED7-C5F4170C624E}"/>
    <pc:docChg chg="custSel modSld">
      <pc:chgData name="Ramin Bohlouli" userId="86819e51-b8c4-4dbc-afac-0f7899c0dac4" providerId="ADAL" clId="{0000C48B-3E8B-480A-AED7-C5F4170C624E}" dt="2026-03-19T17:00:21.720" v="367" actId="20577"/>
      <pc:docMkLst>
        <pc:docMk/>
      </pc:docMkLst>
      <pc:sldChg chg="addSp modSp mod">
        <pc:chgData name="Ramin Bohlouli" userId="86819e51-b8c4-4dbc-afac-0f7899c0dac4" providerId="ADAL" clId="{0000C48B-3E8B-480A-AED7-C5F4170C624E}" dt="2026-03-19T16:54:48.834" v="335" actId="20577"/>
        <pc:sldMkLst>
          <pc:docMk/>
          <pc:sldMk cId="163461309" sldId="256"/>
        </pc:sldMkLst>
        <pc:spChg chg="mod">
          <ac:chgData name="Ramin Bohlouli" userId="86819e51-b8c4-4dbc-afac-0f7899c0dac4" providerId="ADAL" clId="{0000C48B-3E8B-480A-AED7-C5F4170C624E}" dt="2026-03-19T16:43:16.085" v="1" actId="1076"/>
          <ac:spMkLst>
            <pc:docMk/>
            <pc:sldMk cId="163461309" sldId="256"/>
            <ac:spMk id="14" creationId="{B7D432F0-37AB-3068-ECA1-BA20970B6F24}"/>
          </ac:spMkLst>
        </pc:spChg>
        <pc:spChg chg="mod">
          <ac:chgData name="Ramin Bohlouli" userId="86819e51-b8c4-4dbc-afac-0f7899c0dac4" providerId="ADAL" clId="{0000C48B-3E8B-480A-AED7-C5F4170C624E}" dt="2026-03-19T16:43:11.427" v="0" actId="1076"/>
          <ac:spMkLst>
            <pc:docMk/>
            <pc:sldMk cId="163461309" sldId="256"/>
            <ac:spMk id="15" creationId="{56562B27-B5D6-0798-786C-B76F708C68CE}"/>
          </ac:spMkLst>
        </pc:spChg>
        <pc:spChg chg="mod">
          <ac:chgData name="Ramin Bohlouli" userId="86819e51-b8c4-4dbc-afac-0f7899c0dac4" providerId="ADAL" clId="{0000C48B-3E8B-480A-AED7-C5F4170C624E}" dt="2026-03-19T16:43:16.085" v="1" actId="1076"/>
          <ac:spMkLst>
            <pc:docMk/>
            <pc:sldMk cId="163461309" sldId="256"/>
            <ac:spMk id="16" creationId="{5B2EB365-3954-CC1F-5CAA-4ACC817D3166}"/>
          </ac:spMkLst>
        </pc:spChg>
        <pc:spChg chg="add mod">
          <ac:chgData name="Ramin Bohlouli" userId="86819e51-b8c4-4dbc-afac-0f7899c0dac4" providerId="ADAL" clId="{0000C48B-3E8B-480A-AED7-C5F4170C624E}" dt="2026-03-19T16:54:48.834" v="335" actId="20577"/>
          <ac:spMkLst>
            <pc:docMk/>
            <pc:sldMk cId="163461309" sldId="256"/>
            <ac:spMk id="20" creationId="{1E994380-ED8E-9B62-0CCC-829A969829D0}"/>
          </ac:spMkLst>
        </pc:spChg>
        <pc:picChg chg="mod">
          <ac:chgData name="Ramin Bohlouli" userId="86819e51-b8c4-4dbc-afac-0f7899c0dac4" providerId="ADAL" clId="{0000C48B-3E8B-480A-AED7-C5F4170C624E}" dt="2026-03-19T16:43:11.427" v="0" actId="1076"/>
          <ac:picMkLst>
            <pc:docMk/>
            <pc:sldMk cId="163461309" sldId="256"/>
            <ac:picMk id="9" creationId="{BB769963-8891-0653-9A22-B86763E16E3F}"/>
          </ac:picMkLst>
        </pc:picChg>
        <pc:picChg chg="mod">
          <ac:chgData name="Ramin Bohlouli" userId="86819e51-b8c4-4dbc-afac-0f7899c0dac4" providerId="ADAL" clId="{0000C48B-3E8B-480A-AED7-C5F4170C624E}" dt="2026-03-19T16:43:16.085" v="1" actId="1076"/>
          <ac:picMkLst>
            <pc:docMk/>
            <pc:sldMk cId="163461309" sldId="256"/>
            <ac:picMk id="11" creationId="{1EFA4E00-6AA5-3E99-01E1-A0C2E24FB5A1}"/>
          </ac:picMkLst>
        </pc:picChg>
        <pc:picChg chg="mod">
          <ac:chgData name="Ramin Bohlouli" userId="86819e51-b8c4-4dbc-afac-0f7899c0dac4" providerId="ADAL" clId="{0000C48B-3E8B-480A-AED7-C5F4170C624E}" dt="2026-03-19T16:43:16.085" v="1" actId="1076"/>
          <ac:picMkLst>
            <pc:docMk/>
            <pc:sldMk cId="163461309" sldId="256"/>
            <ac:picMk id="13" creationId="{0B10C131-5795-7E0F-703C-302907CFCF2C}"/>
          </ac:picMkLst>
        </pc:picChg>
        <pc:cxnChg chg="add mod">
          <ac:chgData name="Ramin Bohlouli" userId="86819e51-b8c4-4dbc-afac-0f7899c0dac4" providerId="ADAL" clId="{0000C48B-3E8B-480A-AED7-C5F4170C624E}" dt="2026-03-19T16:43:23.758" v="3" actId="13822"/>
          <ac:cxnSpMkLst>
            <pc:docMk/>
            <pc:sldMk cId="163461309" sldId="256"/>
            <ac:cxnSpMk id="19" creationId="{5AEC90E6-0183-E3DA-8A97-82398407F9D0}"/>
          </ac:cxnSpMkLst>
        </pc:cxnChg>
      </pc:sldChg>
      <pc:sldChg chg="addSp modSp mod">
        <pc:chgData name="Ramin Bohlouli" userId="86819e51-b8c4-4dbc-afac-0f7899c0dac4" providerId="ADAL" clId="{0000C48B-3E8B-480A-AED7-C5F4170C624E}" dt="2026-03-19T16:57:33.264" v="342" actId="20577"/>
        <pc:sldMkLst>
          <pc:docMk/>
          <pc:sldMk cId="3998163725" sldId="257"/>
        </pc:sldMkLst>
        <pc:spChg chg="add mod">
          <ac:chgData name="Ramin Bohlouli" userId="86819e51-b8c4-4dbc-afac-0f7899c0dac4" providerId="ADAL" clId="{0000C48B-3E8B-480A-AED7-C5F4170C624E}" dt="2026-03-19T16:57:33.264" v="342" actId="20577"/>
          <ac:spMkLst>
            <pc:docMk/>
            <pc:sldMk cId="3998163725" sldId="257"/>
            <ac:spMk id="8" creationId="{D0AFE85C-BFF7-C53A-5BBC-837227FABF54}"/>
          </ac:spMkLst>
        </pc:spChg>
        <pc:spChg chg="mod">
          <ac:chgData name="Ramin Bohlouli" userId="86819e51-b8c4-4dbc-afac-0f7899c0dac4" providerId="ADAL" clId="{0000C48B-3E8B-480A-AED7-C5F4170C624E}" dt="2026-03-19T16:46:58.297" v="271" actId="1076"/>
          <ac:spMkLst>
            <pc:docMk/>
            <pc:sldMk cId="3998163725" sldId="257"/>
            <ac:spMk id="14" creationId="{A7045421-0A49-27D0-50A0-23E186FECC32}"/>
          </ac:spMkLst>
        </pc:spChg>
        <pc:spChg chg="mod">
          <ac:chgData name="Ramin Bohlouli" userId="86819e51-b8c4-4dbc-afac-0f7899c0dac4" providerId="ADAL" clId="{0000C48B-3E8B-480A-AED7-C5F4170C624E}" dt="2026-03-19T16:46:54.370" v="270" actId="1076"/>
          <ac:spMkLst>
            <pc:docMk/>
            <pc:sldMk cId="3998163725" sldId="257"/>
            <ac:spMk id="15" creationId="{04D0892D-40CB-EF4E-3C29-C829E4689CF6}"/>
          </ac:spMkLst>
        </pc:spChg>
        <pc:spChg chg="mod">
          <ac:chgData name="Ramin Bohlouli" userId="86819e51-b8c4-4dbc-afac-0f7899c0dac4" providerId="ADAL" clId="{0000C48B-3E8B-480A-AED7-C5F4170C624E}" dt="2026-03-19T16:46:58.297" v="271" actId="1076"/>
          <ac:spMkLst>
            <pc:docMk/>
            <pc:sldMk cId="3998163725" sldId="257"/>
            <ac:spMk id="16" creationId="{084A06FB-8B26-8DEB-7D7F-A0695FCFF275}"/>
          </ac:spMkLst>
        </pc:spChg>
        <pc:picChg chg="mod">
          <ac:chgData name="Ramin Bohlouli" userId="86819e51-b8c4-4dbc-afac-0f7899c0dac4" providerId="ADAL" clId="{0000C48B-3E8B-480A-AED7-C5F4170C624E}" dt="2026-03-19T16:46:54.370" v="270" actId="1076"/>
          <ac:picMkLst>
            <pc:docMk/>
            <pc:sldMk cId="3998163725" sldId="257"/>
            <ac:picMk id="9" creationId="{568B0C82-900C-08F3-6274-26D139C84D78}"/>
          </ac:picMkLst>
        </pc:picChg>
        <pc:picChg chg="mod">
          <ac:chgData name="Ramin Bohlouli" userId="86819e51-b8c4-4dbc-afac-0f7899c0dac4" providerId="ADAL" clId="{0000C48B-3E8B-480A-AED7-C5F4170C624E}" dt="2026-03-19T16:46:58.297" v="271" actId="1076"/>
          <ac:picMkLst>
            <pc:docMk/>
            <pc:sldMk cId="3998163725" sldId="257"/>
            <ac:picMk id="11" creationId="{E6F28737-37FA-DD14-3780-D9A4F4E3C836}"/>
          </ac:picMkLst>
        </pc:picChg>
        <pc:picChg chg="mod">
          <ac:chgData name="Ramin Bohlouli" userId="86819e51-b8c4-4dbc-afac-0f7899c0dac4" providerId="ADAL" clId="{0000C48B-3E8B-480A-AED7-C5F4170C624E}" dt="2026-03-19T16:46:58.297" v="271" actId="1076"/>
          <ac:picMkLst>
            <pc:docMk/>
            <pc:sldMk cId="3998163725" sldId="257"/>
            <ac:picMk id="13" creationId="{90230735-7318-ED0D-7264-A4F64F17F66B}"/>
          </ac:picMkLst>
        </pc:picChg>
        <pc:cxnChg chg="add mod">
          <ac:chgData name="Ramin Bohlouli" userId="86819e51-b8c4-4dbc-afac-0f7899c0dac4" providerId="ADAL" clId="{0000C48B-3E8B-480A-AED7-C5F4170C624E}" dt="2026-03-19T16:47:02.909" v="272"/>
          <ac:cxnSpMkLst>
            <pc:docMk/>
            <pc:sldMk cId="3998163725" sldId="257"/>
            <ac:cxnSpMk id="3" creationId="{959427DE-B5B8-86DC-B69B-2AC5E2B69AFD}"/>
          </ac:cxnSpMkLst>
        </pc:cxnChg>
      </pc:sldChg>
      <pc:sldChg chg="addSp modSp mod">
        <pc:chgData name="Ramin Bohlouli" userId="86819e51-b8c4-4dbc-afac-0f7899c0dac4" providerId="ADAL" clId="{0000C48B-3E8B-480A-AED7-C5F4170C624E}" dt="2026-03-19T17:00:21.720" v="367" actId="20577"/>
        <pc:sldMkLst>
          <pc:docMk/>
          <pc:sldMk cId="329147279" sldId="258"/>
        </pc:sldMkLst>
        <pc:spChg chg="add mod">
          <ac:chgData name="Ramin Bohlouli" userId="86819e51-b8c4-4dbc-afac-0f7899c0dac4" providerId="ADAL" clId="{0000C48B-3E8B-480A-AED7-C5F4170C624E}" dt="2026-03-19T17:00:21.720" v="367" actId="20577"/>
          <ac:spMkLst>
            <pc:docMk/>
            <pc:sldMk cId="329147279" sldId="258"/>
            <ac:spMk id="8" creationId="{24CFBBFD-6A6D-8BA7-A95E-2E5041C4A48E}"/>
          </ac:spMkLst>
        </pc:spChg>
        <pc:spChg chg="mod">
          <ac:chgData name="Ramin Bohlouli" userId="86819e51-b8c4-4dbc-afac-0f7899c0dac4" providerId="ADAL" clId="{0000C48B-3E8B-480A-AED7-C5F4170C624E}" dt="2026-03-19T16:57:56.171" v="344" actId="1076"/>
          <ac:spMkLst>
            <pc:docMk/>
            <pc:sldMk cId="329147279" sldId="258"/>
            <ac:spMk id="14" creationId="{36F11C58-67EF-9967-A7C6-210A68E31CB3}"/>
          </ac:spMkLst>
        </pc:spChg>
        <pc:spChg chg="mod">
          <ac:chgData name="Ramin Bohlouli" userId="86819e51-b8c4-4dbc-afac-0f7899c0dac4" providerId="ADAL" clId="{0000C48B-3E8B-480A-AED7-C5F4170C624E}" dt="2026-03-19T16:57:49.988" v="343" actId="1076"/>
          <ac:spMkLst>
            <pc:docMk/>
            <pc:sldMk cId="329147279" sldId="258"/>
            <ac:spMk id="15" creationId="{94385E85-6CBE-3FBA-0904-BB776E8F692C}"/>
          </ac:spMkLst>
        </pc:spChg>
        <pc:spChg chg="mod">
          <ac:chgData name="Ramin Bohlouli" userId="86819e51-b8c4-4dbc-afac-0f7899c0dac4" providerId="ADAL" clId="{0000C48B-3E8B-480A-AED7-C5F4170C624E}" dt="2026-03-19T16:57:56.171" v="344" actId="1076"/>
          <ac:spMkLst>
            <pc:docMk/>
            <pc:sldMk cId="329147279" sldId="258"/>
            <ac:spMk id="16" creationId="{54F96509-A394-60F6-AC66-F825253FFC0A}"/>
          </ac:spMkLst>
        </pc:spChg>
        <pc:picChg chg="mod">
          <ac:chgData name="Ramin Bohlouli" userId="86819e51-b8c4-4dbc-afac-0f7899c0dac4" providerId="ADAL" clId="{0000C48B-3E8B-480A-AED7-C5F4170C624E}" dt="2026-03-19T16:57:49.988" v="343" actId="1076"/>
          <ac:picMkLst>
            <pc:docMk/>
            <pc:sldMk cId="329147279" sldId="258"/>
            <ac:picMk id="9" creationId="{DD722C68-96D2-F05C-D1F9-C69C49081B3A}"/>
          </ac:picMkLst>
        </pc:picChg>
        <pc:picChg chg="mod">
          <ac:chgData name="Ramin Bohlouli" userId="86819e51-b8c4-4dbc-afac-0f7899c0dac4" providerId="ADAL" clId="{0000C48B-3E8B-480A-AED7-C5F4170C624E}" dt="2026-03-19T16:57:56.171" v="344" actId="1076"/>
          <ac:picMkLst>
            <pc:docMk/>
            <pc:sldMk cId="329147279" sldId="258"/>
            <ac:picMk id="11" creationId="{2762039A-29F8-1810-23AD-F453282CB89C}"/>
          </ac:picMkLst>
        </pc:picChg>
        <pc:picChg chg="mod">
          <ac:chgData name="Ramin Bohlouli" userId="86819e51-b8c4-4dbc-afac-0f7899c0dac4" providerId="ADAL" clId="{0000C48B-3E8B-480A-AED7-C5F4170C624E}" dt="2026-03-19T16:57:56.171" v="344" actId="1076"/>
          <ac:picMkLst>
            <pc:docMk/>
            <pc:sldMk cId="329147279" sldId="258"/>
            <ac:picMk id="13" creationId="{7FCD00CE-8824-8515-B8E1-34857312CF68}"/>
          </ac:picMkLst>
        </pc:picChg>
        <pc:cxnChg chg="add mod">
          <ac:chgData name="Ramin Bohlouli" userId="86819e51-b8c4-4dbc-afac-0f7899c0dac4" providerId="ADAL" clId="{0000C48B-3E8B-480A-AED7-C5F4170C624E}" dt="2026-03-19T16:58:00.251" v="345"/>
          <ac:cxnSpMkLst>
            <pc:docMk/>
            <pc:sldMk cId="329147279" sldId="258"/>
            <ac:cxnSpMk id="3" creationId="{A4EE4A55-0D4F-AD7F-36D0-FB72849B09A4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9C784-70B9-D725-DF47-802FA26FD1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E979A9-3C5C-35BE-6B76-88D3243AE7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F95462-60F6-3330-D6D3-F0FC9B02E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BF2A4-15BC-4F8A-B1D8-C825283E1D8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96FF5D-8CA9-8F70-A055-A6D3526C7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592BA-9BB3-524F-823F-AB044C67B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5CC1B-B2F2-4597-AE0D-528AEEDD7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694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5CA4B-026D-99FF-77A2-011D6317B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AADC9-233C-39D7-F13B-B5DC4159F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993266-C739-1450-25CF-F759358B5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BF2A4-15BC-4F8A-B1D8-C825283E1D8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C219FA-89E0-140E-2619-348A26555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FAD24-AD49-3326-75A4-A3A3879CD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5CC1B-B2F2-4597-AE0D-528AEEDD7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032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4F257-5848-4276-3DA6-F4A70C215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A8F42B-D12B-8D3A-786C-35BA3053C8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FB666-B756-6DA9-C3B1-0CF8B81CA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BF2A4-15BC-4F8A-B1D8-C825283E1D8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71656-544C-D138-ED28-8C4184A76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FCB4F1-E258-906C-F43B-25D836C84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5CC1B-B2F2-4597-AE0D-528AEEDD7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851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0892C-3E1D-E0B0-8365-A8F1E4E51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8AF61-506F-52A6-7242-D28F981D85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BF6FE4-3F5D-2A29-2C85-5CE1742639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84D84E-F620-C3A5-10C2-5EF5F541E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BF2A4-15BC-4F8A-B1D8-C825283E1D8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EFAA33-FAA7-C069-14EE-2F281CDBC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19FC20-09ED-2C51-B83F-DFBC3DA9D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5CC1B-B2F2-4597-AE0D-528AEEDD7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033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00247-639F-5082-1D90-E29B1C824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84A3A4-4119-B472-70C7-95F35B6C54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67AC5D-9D95-34FB-6976-23F2315234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6790F4-9087-85E2-ED50-878AF7ECA8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820CDA-57A9-A978-3C9E-62290DF1A9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54120C-4A24-9A22-4DB9-3BF8A3421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BF2A4-15BC-4F8A-B1D8-C825283E1D8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58CB22-DC31-9D5E-8424-F32A40B42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816247-5961-79DA-AA2C-D634B77AF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5CC1B-B2F2-4597-AE0D-528AEEDD7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684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42D63-7F57-79A1-0D75-62404E495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B7477D-AB24-26F9-ED0A-ECFCF5E8A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BF2A4-15BC-4F8A-B1D8-C825283E1D8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785496-9229-B9DD-988F-83864AE66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A93DA2-8E36-C782-83B9-53DC20795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5CC1B-B2F2-4597-AE0D-528AEEDD7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000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340E72-E797-CED1-62C2-001C5B8DB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BF2A4-15BC-4F8A-B1D8-C825283E1D8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ABD42E-D641-4287-2038-F8CB8BD6C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247DED-02AC-74E3-A5F5-6C67F2C48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5CC1B-B2F2-4597-AE0D-528AEEDD7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903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84693-BD01-792C-EFF0-BA714CEB3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9DDAE-E7B1-44DA-6EE6-C66F2083CD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F1F35C-8633-9171-AAFD-7E4CDD002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A9C736-1451-9D12-6805-BB052608B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BF2A4-15BC-4F8A-B1D8-C825283E1D8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CD46F1-629B-B07C-8A9A-46646AC0E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0BD36-DDAD-D3E1-628F-08795326B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5CC1B-B2F2-4597-AE0D-528AEEDD7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936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4A4CB-ACE2-3A3F-5FA6-7A7FD51A5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65FBA7-D8FF-7D3E-E5A0-A2431041F3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4E25D8-EC6B-3B38-8B2E-89D129BDB2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4DBBFC-C03A-AAD4-F30C-C638C85AA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BF2A4-15BC-4F8A-B1D8-C825283E1D8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06062D-42D9-4A62-5870-5B9DD8ABC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AD3E7C-DA8F-75C3-267E-D89590FF0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5CC1B-B2F2-4597-AE0D-528AEEDD7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333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6195C-5A98-CFE1-19C8-82FF9BBA3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8D4EA2-ADA9-E2EE-A7A3-995497BA25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FCE54-D8AF-0282-3908-121F43837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BF2A4-15BC-4F8A-B1D8-C825283E1D8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B38E4-9D67-68B8-BAFB-36B1B5342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B5564-5C81-EFCA-7028-55655B7A8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5CC1B-B2F2-4597-AE0D-528AEEDD7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978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5F9460-46E1-C248-DC0D-F6402AE31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348532-F2F1-7515-7D62-8B78224553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37123-E5A2-5539-0D05-9B4D38D61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BF2A4-15BC-4F8A-B1D8-C825283E1D8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A6D961-C041-1E55-A220-F52FFB53E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9D66A-93FD-76D8-4E8A-1A1A00447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5CC1B-B2F2-4597-AE0D-528AEEDD7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513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1685F4-D070-2D3E-ACFC-0F788AD5E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FDEA8C-DD92-214D-9CE3-86FA445DA6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2FFC97-57CE-6A2B-5155-05503AF8E2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2BF2A4-15BC-4F8A-B1D8-C825283E1D8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A0C60-7792-20A6-4860-AA43FB11D9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96D5F2-C71D-6351-B431-97DDE8FEF4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45CC1B-B2F2-4597-AE0D-528AEEDD7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625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98AAF53-F2E6-2372-501D-360B1F7EDA1A}"/>
              </a:ext>
            </a:extLst>
          </p:cNvPr>
          <p:cNvSpPr txBox="1"/>
          <p:nvPr/>
        </p:nvSpPr>
        <p:spPr>
          <a:xfrm>
            <a:off x="1038072" y="690880"/>
            <a:ext cx="15882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Cluster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47709D-82B1-88AB-247F-D5CD4454F45C}"/>
              </a:ext>
            </a:extLst>
          </p:cNvPr>
          <p:cNvSpPr txBox="1"/>
          <p:nvPr/>
        </p:nvSpPr>
        <p:spPr>
          <a:xfrm>
            <a:off x="1038072" y="1524000"/>
            <a:ext cx="845988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Urban short distance commuters: Accessibility driven</a:t>
            </a:r>
          </a:p>
          <a:p>
            <a:endParaRPr lang="en-US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3552F5-3A09-90C4-A650-481F662A8685}"/>
              </a:ext>
            </a:extLst>
          </p:cNvPr>
          <p:cNvSpPr txBox="1"/>
          <p:nvPr/>
        </p:nvSpPr>
        <p:spPr>
          <a:xfrm>
            <a:off x="1129512" y="2316480"/>
            <a:ext cx="8229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Shorter distance : 8 kms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 office presence : 10 days per month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Strongly urban to urban : 88%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accompany people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More bike and valid alternatives availability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E961D1-F527-D96D-85CE-19E4554ECE7D}"/>
              </a:ext>
            </a:extLst>
          </p:cNvPr>
          <p:cNvSpPr/>
          <p:nvPr/>
        </p:nvSpPr>
        <p:spPr>
          <a:xfrm>
            <a:off x="6654800" y="2345561"/>
            <a:ext cx="4693920" cy="14773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Live closer to workplace</a:t>
            </a:r>
          </a:p>
          <a:p>
            <a:pPr algn="ctr"/>
            <a:r>
              <a:rPr lang="en-US" dirty="0"/>
              <a:t>More flexible options</a:t>
            </a:r>
          </a:p>
          <a:p>
            <a:pPr algn="ctr"/>
            <a:r>
              <a:rPr lang="en-US" dirty="0"/>
              <a:t>Less constrained</a:t>
            </a:r>
          </a:p>
        </p:txBody>
      </p:sp>
      <p:pic>
        <p:nvPicPr>
          <p:cNvPr id="9" name="Graphic 8" descr="Car with solid fill">
            <a:extLst>
              <a:ext uri="{FF2B5EF4-FFF2-40B4-BE49-F238E27FC236}">
                <a16:creationId xmlns:a16="http://schemas.microsoft.com/office/drawing/2014/main" id="{BB769963-8891-0653-9A22-B86763E16E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0872" y="4876800"/>
            <a:ext cx="914400" cy="914400"/>
          </a:xfrm>
          <a:prstGeom prst="rect">
            <a:avLst/>
          </a:prstGeom>
        </p:spPr>
      </p:pic>
      <p:pic>
        <p:nvPicPr>
          <p:cNvPr id="11" name="Graphic 10" descr="Cycling with solid fill">
            <a:extLst>
              <a:ext uri="{FF2B5EF4-FFF2-40B4-BE49-F238E27FC236}">
                <a16:creationId xmlns:a16="http://schemas.microsoft.com/office/drawing/2014/main" id="{1EFA4E00-6AA5-3E99-01E1-A0C2E24FB5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39751" y="4942840"/>
            <a:ext cx="914400" cy="914400"/>
          </a:xfrm>
          <a:prstGeom prst="rect">
            <a:avLst/>
          </a:prstGeom>
        </p:spPr>
      </p:pic>
      <p:pic>
        <p:nvPicPr>
          <p:cNvPr id="13" name="Graphic 12" descr="Bus with solid fill">
            <a:extLst>
              <a:ext uri="{FF2B5EF4-FFF2-40B4-BE49-F238E27FC236}">
                <a16:creationId xmlns:a16="http://schemas.microsoft.com/office/drawing/2014/main" id="{0B10C131-5795-7E0F-703C-302907CFCF2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39751" y="4129088"/>
            <a:ext cx="914400" cy="9144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B7D432F0-37AB-3068-ECA1-BA20970B6F24}"/>
              </a:ext>
            </a:extLst>
          </p:cNvPr>
          <p:cNvSpPr/>
          <p:nvPr/>
        </p:nvSpPr>
        <p:spPr>
          <a:xfrm>
            <a:off x="2799961" y="5814854"/>
            <a:ext cx="259398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Carpool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562B27-B5D6-0798-786C-B76F708C68CE}"/>
              </a:ext>
            </a:extLst>
          </p:cNvPr>
          <p:cNvSpPr txBox="1"/>
          <p:nvPr/>
        </p:nvSpPr>
        <p:spPr>
          <a:xfrm>
            <a:off x="1942312" y="5177472"/>
            <a:ext cx="10230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52.4%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2EB365-3954-CC1F-5CAA-4ACC817D3166}"/>
              </a:ext>
            </a:extLst>
          </p:cNvPr>
          <p:cNvSpPr txBox="1"/>
          <p:nvPr/>
        </p:nvSpPr>
        <p:spPr>
          <a:xfrm>
            <a:off x="5402742" y="4914702"/>
            <a:ext cx="10230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36.9%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09FDE15-3D26-1CBF-605B-5B2AC2D7FFC2}"/>
              </a:ext>
            </a:extLst>
          </p:cNvPr>
          <p:cNvSpPr/>
          <p:nvPr/>
        </p:nvSpPr>
        <p:spPr>
          <a:xfrm>
            <a:off x="7426960" y="325120"/>
            <a:ext cx="3413760" cy="842328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Mobility Is easy and frequent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AEC90E6-0183-E3DA-8A97-82398407F9D0}"/>
              </a:ext>
            </a:extLst>
          </p:cNvPr>
          <p:cNvCxnSpPr/>
          <p:nvPr/>
        </p:nvCxnSpPr>
        <p:spPr>
          <a:xfrm>
            <a:off x="6557319" y="4333103"/>
            <a:ext cx="0" cy="22511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E994380-ED8E-9B62-0CCC-829A969829D0}"/>
              </a:ext>
            </a:extLst>
          </p:cNvPr>
          <p:cNvSpPr txBox="1"/>
          <p:nvPr/>
        </p:nvSpPr>
        <p:spPr>
          <a:xfrm>
            <a:off x="6969211" y="4539049"/>
            <a:ext cx="437950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 of 721 employees in this cluster, 96 have changed their mode: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24 (22 from car 2 from motorcycle) to sustainable modes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39 from sustainable modes to car and motorcycle (4 to motorcycle and 35 to car) </a:t>
            </a:r>
          </a:p>
        </p:txBody>
      </p:sp>
    </p:spTree>
    <p:extLst>
      <p:ext uri="{BB962C8B-B14F-4D97-AF65-F5344CB8AC3E}">
        <p14:creationId xmlns:p14="http://schemas.microsoft.com/office/powerpoint/2010/main" val="163461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5BE5E-3427-69FD-855B-E5D1F6BA0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FD5FFF5-1367-6D5C-97FC-DA47C4F3AF8F}"/>
              </a:ext>
            </a:extLst>
          </p:cNvPr>
          <p:cNvSpPr txBox="1"/>
          <p:nvPr/>
        </p:nvSpPr>
        <p:spPr>
          <a:xfrm>
            <a:off x="1038072" y="690880"/>
            <a:ext cx="15882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Cluster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CB722F-4622-AA90-64A5-A8D06A454595}"/>
              </a:ext>
            </a:extLst>
          </p:cNvPr>
          <p:cNvSpPr txBox="1"/>
          <p:nvPr/>
        </p:nvSpPr>
        <p:spPr>
          <a:xfrm>
            <a:off x="1038072" y="1524000"/>
            <a:ext cx="861146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Long distance suburban commuters: Constraint driven</a:t>
            </a:r>
          </a:p>
          <a:p>
            <a:endParaRPr lang="en-US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7B6DA1-A2A5-9A03-E3BC-760E322A7974}"/>
              </a:ext>
            </a:extLst>
          </p:cNvPr>
          <p:cNvSpPr txBox="1"/>
          <p:nvPr/>
        </p:nvSpPr>
        <p:spPr>
          <a:xfrm>
            <a:off x="1129512" y="2316480"/>
            <a:ext cx="8229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Long distance : 49 kms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Lower office presence : 8.5 days per month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Mixed Urban – Pre urban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Strong Car ownership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More accompanying people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Lack of bikes and more limited choices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Male based 70%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4067FE-B320-0A27-F0BF-3B8F9524A57F}"/>
              </a:ext>
            </a:extLst>
          </p:cNvPr>
          <p:cNvSpPr/>
          <p:nvPr/>
        </p:nvSpPr>
        <p:spPr>
          <a:xfrm>
            <a:off x="6654800" y="2345561"/>
            <a:ext cx="4693920" cy="14773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Depend on private transport</a:t>
            </a:r>
          </a:p>
          <a:p>
            <a:pPr algn="ctr"/>
            <a:r>
              <a:rPr lang="en-US" dirty="0"/>
              <a:t>More complex mobility pattern</a:t>
            </a:r>
          </a:p>
          <a:p>
            <a:pPr algn="ctr"/>
            <a:r>
              <a:rPr lang="en-US" dirty="0"/>
              <a:t>Have family constraints</a:t>
            </a:r>
          </a:p>
        </p:txBody>
      </p:sp>
      <p:pic>
        <p:nvPicPr>
          <p:cNvPr id="9" name="Graphic 8" descr="Car with solid fill">
            <a:extLst>
              <a:ext uri="{FF2B5EF4-FFF2-40B4-BE49-F238E27FC236}">
                <a16:creationId xmlns:a16="http://schemas.microsoft.com/office/drawing/2014/main" id="{568B0C82-900C-08F3-6274-26D139C84D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055" y="4942840"/>
            <a:ext cx="914400" cy="914400"/>
          </a:xfrm>
          <a:prstGeom prst="rect">
            <a:avLst/>
          </a:prstGeom>
        </p:spPr>
      </p:pic>
      <p:pic>
        <p:nvPicPr>
          <p:cNvPr id="11" name="Graphic 10" descr="Cycling with solid fill">
            <a:extLst>
              <a:ext uri="{FF2B5EF4-FFF2-40B4-BE49-F238E27FC236}">
                <a16:creationId xmlns:a16="http://schemas.microsoft.com/office/drawing/2014/main" id="{E6F28737-37FA-DD14-3780-D9A4F4E3C8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66117" y="5068675"/>
            <a:ext cx="914400" cy="914400"/>
          </a:xfrm>
          <a:prstGeom prst="rect">
            <a:avLst/>
          </a:prstGeom>
        </p:spPr>
      </p:pic>
      <p:pic>
        <p:nvPicPr>
          <p:cNvPr id="13" name="Graphic 12" descr="Bus with solid fill">
            <a:extLst>
              <a:ext uri="{FF2B5EF4-FFF2-40B4-BE49-F238E27FC236}">
                <a16:creationId xmlns:a16="http://schemas.microsoft.com/office/drawing/2014/main" id="{90230735-7318-ED0D-7264-A4F64F17F66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66117" y="4254923"/>
            <a:ext cx="914400" cy="9144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7045421-0A49-27D0-50A0-23E186FECC32}"/>
              </a:ext>
            </a:extLst>
          </p:cNvPr>
          <p:cNvSpPr/>
          <p:nvPr/>
        </p:nvSpPr>
        <p:spPr>
          <a:xfrm>
            <a:off x="2626327" y="5940689"/>
            <a:ext cx="259398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Carpool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D0892D-40CB-EF4E-3C29-C829E4689CF6}"/>
              </a:ext>
            </a:extLst>
          </p:cNvPr>
          <p:cNvSpPr txBox="1"/>
          <p:nvPr/>
        </p:nvSpPr>
        <p:spPr>
          <a:xfrm>
            <a:off x="2173495" y="5243512"/>
            <a:ext cx="7697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61%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4A06FB-8B26-8DEB-7D7F-A0695FCFF275}"/>
              </a:ext>
            </a:extLst>
          </p:cNvPr>
          <p:cNvSpPr txBox="1"/>
          <p:nvPr/>
        </p:nvSpPr>
        <p:spPr>
          <a:xfrm>
            <a:off x="5229108" y="5040537"/>
            <a:ext cx="10230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19.6%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B323314-6DC4-61A1-492B-001F6751F875}"/>
              </a:ext>
            </a:extLst>
          </p:cNvPr>
          <p:cNvSpPr/>
          <p:nvPr/>
        </p:nvSpPr>
        <p:spPr>
          <a:xfrm>
            <a:off x="7426960" y="325120"/>
            <a:ext cx="3413760" cy="842328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Mobility is necessary but complex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59427DE-B5B8-86DC-B69B-2AC5E2B69AFD}"/>
              </a:ext>
            </a:extLst>
          </p:cNvPr>
          <p:cNvCxnSpPr/>
          <p:nvPr/>
        </p:nvCxnSpPr>
        <p:spPr>
          <a:xfrm>
            <a:off x="6557319" y="4333103"/>
            <a:ext cx="0" cy="22511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0AFE85C-BFF7-C53A-5BBC-837227FABF54}"/>
              </a:ext>
            </a:extLst>
          </p:cNvPr>
          <p:cNvSpPr txBox="1"/>
          <p:nvPr/>
        </p:nvSpPr>
        <p:spPr>
          <a:xfrm>
            <a:off x="6969211" y="4539049"/>
            <a:ext cx="437950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 of 632 employees in this cluster, 109 have changed their mode: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25 (24 from car 1 from motorcycle) to sustainable modes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34 from sustainable modes to car and motorcycle (3 to motorcycle and 31 to car) </a:t>
            </a:r>
          </a:p>
        </p:txBody>
      </p:sp>
    </p:spTree>
    <p:extLst>
      <p:ext uri="{BB962C8B-B14F-4D97-AF65-F5344CB8AC3E}">
        <p14:creationId xmlns:p14="http://schemas.microsoft.com/office/powerpoint/2010/main" val="3998163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14B00-3B35-E782-9359-D8355883F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1BCE8B-25D6-93FF-8A28-CA655F786513}"/>
              </a:ext>
            </a:extLst>
          </p:cNvPr>
          <p:cNvSpPr txBox="1"/>
          <p:nvPr/>
        </p:nvSpPr>
        <p:spPr>
          <a:xfrm>
            <a:off x="1038072" y="690880"/>
            <a:ext cx="15882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Cluster 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176449-95BF-6907-B14E-604802D237F0}"/>
              </a:ext>
            </a:extLst>
          </p:cNvPr>
          <p:cNvSpPr txBox="1"/>
          <p:nvPr/>
        </p:nvSpPr>
        <p:spPr>
          <a:xfrm>
            <a:off x="1038072" y="1524000"/>
            <a:ext cx="383976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Remote/Hybrid workers</a:t>
            </a:r>
          </a:p>
          <a:p>
            <a:endParaRPr lang="en-US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9CF0A3-408D-F22A-3539-A8C0019BF87C}"/>
              </a:ext>
            </a:extLst>
          </p:cNvPr>
          <p:cNvSpPr txBox="1"/>
          <p:nvPr/>
        </p:nvSpPr>
        <p:spPr>
          <a:xfrm>
            <a:off x="1129512" y="2316480"/>
            <a:ext cx="8229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Mid high distance : 33 kms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Very low office presence : 1.7 days per month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More urban commuters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 accompanying people (children to school)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More journey stops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More flexible patterns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D1354E-263C-8A1D-6CD2-7F1C459D7F82}"/>
              </a:ext>
            </a:extLst>
          </p:cNvPr>
          <p:cNvSpPr/>
          <p:nvPr/>
        </p:nvSpPr>
        <p:spPr>
          <a:xfrm>
            <a:off x="6654800" y="2345561"/>
            <a:ext cx="4693920" cy="14773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Don’t travel often but when they do, they mostly use car</a:t>
            </a:r>
          </a:p>
        </p:txBody>
      </p:sp>
      <p:pic>
        <p:nvPicPr>
          <p:cNvPr id="9" name="Graphic 8" descr="Car with solid fill">
            <a:extLst>
              <a:ext uri="{FF2B5EF4-FFF2-40B4-BE49-F238E27FC236}">
                <a16:creationId xmlns:a16="http://schemas.microsoft.com/office/drawing/2014/main" id="{DD722C68-96D2-F05C-D1F9-C69C49081B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4943" y="4942840"/>
            <a:ext cx="914400" cy="914400"/>
          </a:xfrm>
          <a:prstGeom prst="rect">
            <a:avLst/>
          </a:prstGeom>
        </p:spPr>
      </p:pic>
      <p:pic>
        <p:nvPicPr>
          <p:cNvPr id="11" name="Graphic 10" descr="Cycling with solid fill">
            <a:extLst>
              <a:ext uri="{FF2B5EF4-FFF2-40B4-BE49-F238E27FC236}">
                <a16:creationId xmlns:a16="http://schemas.microsoft.com/office/drawing/2014/main" id="{2762039A-29F8-1810-23AD-F453282CB8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27028" y="4984785"/>
            <a:ext cx="914400" cy="914400"/>
          </a:xfrm>
          <a:prstGeom prst="rect">
            <a:avLst/>
          </a:prstGeom>
        </p:spPr>
      </p:pic>
      <p:pic>
        <p:nvPicPr>
          <p:cNvPr id="13" name="Graphic 12" descr="Bus with solid fill">
            <a:extLst>
              <a:ext uri="{FF2B5EF4-FFF2-40B4-BE49-F238E27FC236}">
                <a16:creationId xmlns:a16="http://schemas.microsoft.com/office/drawing/2014/main" id="{7FCD00CE-8824-8515-B8E1-34857312CF6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27028" y="4171033"/>
            <a:ext cx="914400" cy="9144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6F11C58-67EF-9967-A7C6-210A68E31CB3}"/>
              </a:ext>
            </a:extLst>
          </p:cNvPr>
          <p:cNvSpPr/>
          <p:nvPr/>
        </p:nvSpPr>
        <p:spPr>
          <a:xfrm>
            <a:off x="2887238" y="5856799"/>
            <a:ext cx="259398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Carpool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385E85-6CBE-3FBA-0904-BB776E8F692C}"/>
              </a:ext>
            </a:extLst>
          </p:cNvPr>
          <p:cNvSpPr txBox="1"/>
          <p:nvPr/>
        </p:nvSpPr>
        <p:spPr>
          <a:xfrm>
            <a:off x="2106383" y="5243512"/>
            <a:ext cx="7697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62%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F96509-A394-60F6-AC66-F825253FFC0A}"/>
              </a:ext>
            </a:extLst>
          </p:cNvPr>
          <p:cNvSpPr txBox="1"/>
          <p:nvPr/>
        </p:nvSpPr>
        <p:spPr>
          <a:xfrm>
            <a:off x="5490019" y="4956647"/>
            <a:ext cx="7697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26%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CDC9030-CCF9-F2AB-8EC5-CCA828BACAB7}"/>
              </a:ext>
            </a:extLst>
          </p:cNvPr>
          <p:cNvSpPr/>
          <p:nvPr/>
        </p:nvSpPr>
        <p:spPr>
          <a:xfrm>
            <a:off x="7426960" y="325120"/>
            <a:ext cx="3413760" cy="842328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Mobility is optional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4EE4A55-0D4F-AD7F-36D0-FB72849B09A4}"/>
              </a:ext>
            </a:extLst>
          </p:cNvPr>
          <p:cNvCxnSpPr/>
          <p:nvPr/>
        </p:nvCxnSpPr>
        <p:spPr>
          <a:xfrm>
            <a:off x="6557319" y="4333103"/>
            <a:ext cx="0" cy="22511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4CFBBFD-6A6D-8BA7-A95E-2E5041C4A48E}"/>
              </a:ext>
            </a:extLst>
          </p:cNvPr>
          <p:cNvSpPr txBox="1"/>
          <p:nvPr/>
        </p:nvSpPr>
        <p:spPr>
          <a:xfrm>
            <a:off x="6969211" y="4539049"/>
            <a:ext cx="437950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 of 173 employees in this cluster, 25 have changed their mode: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8 from car to sustainable modes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5 from sustainable modes to car and motorcycle (1 to motorcycle and 4 to car) </a:t>
            </a:r>
          </a:p>
        </p:txBody>
      </p:sp>
    </p:spTree>
    <p:extLst>
      <p:ext uri="{BB962C8B-B14F-4D97-AF65-F5344CB8AC3E}">
        <p14:creationId xmlns:p14="http://schemas.microsoft.com/office/powerpoint/2010/main" val="329147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303</Words>
  <Application>Microsoft Office PowerPoint</Application>
  <PresentationFormat>Widescreen</PresentationFormat>
  <Paragraphs>52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Ramin Bohlouli</dc:creator>
  <cp:lastModifiedBy>Ramin Bohlouli</cp:lastModifiedBy>
  <cp:revision>1</cp:revision>
  <dcterms:created xsi:type="dcterms:W3CDTF">2026-03-19T13:46:42Z</dcterms:created>
  <dcterms:modified xsi:type="dcterms:W3CDTF">2026-03-19T17:00:22Z</dcterms:modified>
</cp:coreProperties>
</file>